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182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314" y="596019"/>
            <a:ext cx="7510506" cy="3213982"/>
          </a:xfrm>
        </p:spPr>
        <p:txBody>
          <a:bodyPr anchor="b">
            <a:normAutofit/>
          </a:bodyPr>
          <a:lstStyle>
            <a:lvl1pPr algn="ctr">
              <a:defRPr sz="40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314" y="3886200"/>
            <a:ext cx="7510506" cy="2219108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630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355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314" y="3270698"/>
            <a:ext cx="7510506" cy="1823305"/>
          </a:xfrm>
        </p:spPr>
        <p:txBody>
          <a:bodyPr anchor="b">
            <a:normAutofit/>
          </a:bodyPr>
          <a:lstStyle>
            <a:lvl1pPr algn="r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314" y="5103810"/>
            <a:ext cx="7510506" cy="99825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022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347" y="2060898"/>
            <a:ext cx="3685073" cy="403133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060898"/>
            <a:ext cx="3689239" cy="403133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323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6306" y="2060898"/>
            <a:ext cx="3397113" cy="733596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347" y="2786027"/>
            <a:ext cx="3685073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150" y="2060898"/>
            <a:ext cx="3419670" cy="725129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65" y="2786027"/>
            <a:ext cx="3701520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74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255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349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754928"/>
            <a:ext cx="2729523" cy="1371600"/>
          </a:xfrm>
        </p:spPr>
        <p:txBody>
          <a:bodyPr anchor="b">
            <a:normAutofit/>
          </a:bodyPr>
          <a:lstStyle>
            <a:lvl1pPr algn="l">
              <a:defRPr sz="2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8856" y="596018"/>
            <a:ext cx="4500964" cy="5506041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347" y="3126528"/>
            <a:ext cx="272952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802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898269"/>
            <a:ext cx="4423803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15442" y="-18288"/>
            <a:ext cx="2500062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7318" y="3269869"/>
            <a:ext cx="442380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23649" y="6181344"/>
            <a:ext cx="718502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8348" y="6181344"/>
            <a:ext cx="3705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24262" y="6181344"/>
            <a:ext cx="305186" cy="3292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518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677" y="4377485"/>
            <a:ext cx="7413007" cy="907505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7678" y="996188"/>
            <a:ext cx="7301427" cy="298112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677" y="5284990"/>
            <a:ext cx="7413007" cy="8170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7678" y="6181344"/>
            <a:ext cx="533727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830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4" cy="3137782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343400"/>
            <a:ext cx="7511474" cy="175866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03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83818" y="86027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8822" y="29859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3044079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436" y="3650606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641206"/>
            <a:ext cx="7511473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495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3603566"/>
            <a:ext cx="7512338" cy="14688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15" y="5072366"/>
            <a:ext cx="7512339" cy="102969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87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83818" y="75385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7556" y="287949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2844369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7" y="3886200"/>
            <a:ext cx="7512338" cy="105366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939862"/>
            <a:ext cx="7512338" cy="1162198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973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6" y="596018"/>
            <a:ext cx="7511473" cy="275678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6" y="3682941"/>
            <a:ext cx="7511473" cy="104928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732224"/>
            <a:ext cx="7511472" cy="1369836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410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122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1708" y="596018"/>
            <a:ext cx="1778112" cy="55060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8347" y="596018"/>
            <a:ext cx="5624137" cy="550604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316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8" y="2060898"/>
            <a:ext cx="7511472" cy="404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1708" y="6178260"/>
            <a:ext cx="12874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8347" y="6178260"/>
            <a:ext cx="5624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7202" y="617826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1000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1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1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1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1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PMOMax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Enterprise AI Project Initiation Platform</a:t>
            </a:r>
          </a:p>
          <a:p>
            <a:r>
              <a:t>Business &amp; Pricing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Included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Document &amp; Spreadsheet Parsing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AI Assistant (LLM-powered)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Risk &amp; Compliance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Gantt Chart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Word / PDF / JSON Export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Docs /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 Allowance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t>Startup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t>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20,000+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140M+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Custom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Cost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r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Driver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t>LLM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Primary variable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t>Compute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CPU &amp; requests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for most 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GB stored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Minimal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Reads/Writes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Scales with 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PMOMax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r>
                        <a:t>Value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Benefit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Minutes instead of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Structured, repeatable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t>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Built-in risk &amp; audit 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Enterprise-ready from day 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F4B54B"/>
      </a:accent1>
      <a:accent2>
        <a:srgbClr val="A2C84E"/>
      </a:accent2>
      <a:accent3>
        <a:srgbClr val="4BC298"/>
      </a:accent3>
      <a:accent4>
        <a:srgbClr val="4CB5D3"/>
      </a:accent4>
      <a:accent5>
        <a:srgbClr val="9167E3"/>
      </a:accent5>
      <a:accent6>
        <a:srgbClr val="E05073"/>
      </a:accent6>
      <a:hlink>
        <a:srgbClr val="E19520"/>
      </a:hlink>
      <a:folHlink>
        <a:srgbClr val="E8B15D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DD1DAD52-B525-46B5-8E87-60EE23581B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{3D347A17-55FD-A04B-9CB2-6240448C43DE}tf10001063</Template>
  <TotalTime>1</TotalTime>
  <Words>125</Words>
  <Application>Microsoft Macintosh PowerPoint</Application>
  <PresentationFormat>On-screen Show (4:3)</PresentationFormat>
  <Paragraphs>60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Century Gothic</vt:lpstr>
      <vt:lpstr>Mesh</vt:lpstr>
      <vt:lpstr>PMOMax</vt:lpstr>
      <vt:lpstr>Core Capabilities</vt:lpstr>
      <vt:lpstr>Pricing Plans</vt:lpstr>
      <vt:lpstr>Primary Cost Drivers</vt:lpstr>
      <vt:lpstr>Why PMOMax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PMOMax</dc:title>
  <dc:subject/>
  <dc:creator/>
  <cp:keywords/>
  <dc:description>generated using python-pptx</dc:description>
  <cp:lastModifiedBy>Mulugeta Semework</cp:lastModifiedBy>
  <cp:revision>2</cp:revision>
  <dcterms:created xsi:type="dcterms:W3CDTF">2013-01-27T09:14:16Z</dcterms:created>
  <dcterms:modified xsi:type="dcterms:W3CDTF">2026-01-29T00:47:43Z</dcterms:modified>
  <cp:category/>
</cp:coreProperties>
</file>