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1" r:id="rId40"/>
    <p:sldId id="302" r:id="rId41"/>
    <p:sldId id="303" r:id="rId42"/>
    <p:sldId id="304" r:id="rId43"/>
    <p:sldId id="305" r:id="rId4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08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https://cloud.google.com/kubernetes-engine/pricing
- https://cloud.google.com/load-balancing/pricing
- https://cloud.google.com/artifact-registry/pricing
- https://cloud.google.com/stackdriver/pricing
- https://cloud.google.com/secret-manager/pricing
- https://cloud.google.com/nat/pricing
- https://cloud.google.com/vpc/network-pricing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7895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509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712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9367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624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272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261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739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6583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2359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383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82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897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for Project Initiation &amp; PMO Governance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69280" cy="502920"/>
          </a:xfrm>
          <a:prstGeom prst="roundRect">
            <a:avLst/>
          </a:prstGeom>
          <a:solidFill>
            <a:srgbClr val="F6C453"/>
          </a:solidFill>
          <a:ln w="12700">
            <a:solidFill>
              <a:srgbClr val="F6C4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Marketplace-ready • Kubernetes-native • Governance-first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5623560" cy="38862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2624328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971800"/>
            <a:ext cx="511149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messy inputs (notes, docs, spreadsheets) into a complete, structured Project Initiation Document (PID) with scope, KPIs, milestones, governance approvals, risk, and compliance — then exports stakeholder-ready deliverables.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2423160"/>
            <a:ext cx="5074920" cy="38862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02552" y="2624328"/>
            <a:ext cx="4562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2552" y="2971800"/>
            <a:ext cx="45628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PMOs, consultants, and delivery teams who need consistent project initiation and governance.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before execution tools (Jira/Asana/Monday) — PMOMax starts projects correctly.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failure often starts before execution begins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initiation is fragile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Incomplete PIDs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risks &amp; compliance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misalignment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reviews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 sprawl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are misfit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80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tools store text.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tools track tasks.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writes paragraphs.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enforce governance-ready structure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30632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14232" y="202996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14232" y="2377440"/>
            <a:ext cx="2551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starts, unclear scope, avoidable surprises, and rework — especially in regulated environments.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PMOMax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intelligence + agents + exportable governance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874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project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maintains a structured PID model (not free text), keeping scope, KPIs, milestones, stakeholders, governance, risk, and compliance consistent.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5532120" cy="2468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404164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(human-in-the-loop)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4389120"/>
            <a:ext cx="502005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 • Compliance Agent • Project Assistant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improvements; the user remains in control with reviewable edits.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1206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stakeholders can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377440"/>
            <a:ext cx="46085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Word/PDF/ZIP/JSON deliverables for reviews and audits.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populated, Risk + Compliance are packaged with Governance so nothing critical is missed.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4-step story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or drop files (DOCX/PDF/XLSX/TXT).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84448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into PID sections and validate completeness.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83096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39128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Assist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+ agents strengthen KPIs, governance, risk, compliance.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81744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37776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Export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37776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Word/PDF/ZIP/JSON for stakeholders and systems.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“most attractive” parts of PMOMax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delivery, technical, and operational risks; proposes mitigations; ensures risks export with governance.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security, privacy, and policy considerations; suggests controls, owners, and evidence for approvals.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Assistant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objectives into KPIs, improves clarity, and keeps sections consistent.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project initiation deliverables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curated examples. Apply a full PID template, then tailor it with AI and section-by-section edits.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legacy documents and normalize them into structured PID sections.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navigation model that keeps projects complete, reviewable, and governance-ready.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Word/PDF/ZIP/JSON exports designed for stakeholder reviews and audit trails.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Governance-ready outputs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reviews, audits, and handoffs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reviewers expect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gates, evidence, risk mitigation, and compliance posture — captured in one place so exports are complete.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packages Risk + Compliance with Governance when those sections contain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(DOCX): editable deliverable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PDF: shareable &amp; stable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JSON: integrations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ZIP: bundled artifacts (DOCX + Gantt assets + metadata)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Marketplace (GKE)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(high level)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11880" cy="13716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3611880" cy="1508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358444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/ Ingress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393192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endpoint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5074920"/>
            <a:ext cx="3611880" cy="12344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52760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(PMOMax pods)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562356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Web/API + workers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3611880" cy="1874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8032" y="2377440"/>
            <a:ext cx="30998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+ config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840480"/>
            <a:ext cx="3611880" cy="2468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404164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8032" y="4389120"/>
            <a:ext cx="309981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3108960" cy="1874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68512" y="202996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68512" y="2377440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3840480"/>
            <a:ext cx="3108960" cy="2468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68512" y="40416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services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68512" y="4389120"/>
            <a:ext cx="25968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Armor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pricing building blocks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line items for Marketplace deployments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9728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10460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services + pricing references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104607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GKE Autopilot: billed by requested vCPU + memory (example US rates published by Google)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Balancing: forwarding rules billed hourly (US example)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 Registry: $0.10/GB-month over 0.5GB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Logging: $0.50/GiB ingestion (first 50GiB free per project/month)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 Manager: $0.06 per secret version per location; $0.03 per 10k access ops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NAT: billed by instance-hours and data processed (see pricing pages)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references included in speaker notes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packaging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value, workload, and governance needs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118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0998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individuals &amp; small teams.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Create/Parse/Export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AI assistance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 usage caps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ops footprint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6118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8032" y="2377440"/>
            <a:ext cx="30998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PMOs &amp; consulting delivery.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agents (risk/compliance)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ZIP exports + Gantt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concurrency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governance completeness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30632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14232" y="202996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14232" y="2377440"/>
            <a:ext cx="2551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orgs.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networking options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WAF/DDoS hardening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templates &amp; workflows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observability +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complements what teams already use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Asana, Monday, ClickUp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tasks &amp; workflows — weak at initiation governance artifacts.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80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Confluence, Google Docs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storage — but no structured PID intelligence or completeness checks.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30632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14232" y="202996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writing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14232" y="2377440"/>
            <a:ext cx="2551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drafting — but lacks PMO-aware section consistency and governance packaging.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roll out and promote PMOMax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partnerships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with AI Agents (Risk + Compliance)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“Create from example”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Emphasize governance-ready exports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as “before Jira”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Marketplace: highlight Kubernetes control + security posture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example PIDs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10-minute quickstart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an admin guide (deploy + cost controls)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org-specific templates over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6355080"/>
            <a:ext cx="10972800" cy="475488"/>
          </a:xfrm>
          <a:prstGeom prst="roundRect">
            <a:avLst/>
          </a:prstGeom>
          <a:solidFill>
            <a:srgbClr val="F6C453"/>
          </a:solidFill>
          <a:ln w="12700">
            <a:solidFill>
              <a:srgbClr val="F6C4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6464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— start projects correctly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AI Agents (Overview)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The most attractive parts of PMOMax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Risk Agent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Identifies delivery, technical, and operational risks; proposes mitigations; exports with governance.</a:t>
            </a:r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Compliance Agent</a:t>
            </a:r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Flags security, privacy, and policy considerations; suggests controls, owners, and evidence.</a:t>
            </a:r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Project Assistant</a:t>
            </a:r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Refines objectives into KPIs, improves clarity, and keeps sections consistent.</a:t>
            </a:r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Risk Agent (Deep Dive)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Make risk visible before execution begins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Risk Agent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Surfaces risks across scope, dependencies, and resourcing; proposes mitigations and owners.</a:t>
            </a:r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Risk Register</a:t>
            </a:r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Clear risk table that reviewers can approve and audit.</a:t>
            </a:r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Behavior</a:t>
            </a:r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When populated, Risk is bundled into Governance exports.</a:t>
            </a:r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Compliance Agent (Deep Dive)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Compliance captured as part of governance, not an afterthought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Compliance Agent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Suggests controls, evidence, and owners aligned to policy and security needs.</a:t>
            </a:r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Audit Ready</a:t>
            </a:r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Keeps posture and approvals in one exportable deliverable.</a:t>
            </a:r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Behavior</a:t>
            </a:r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When populated, Compliance is bundled into Governance exports.</a:t>
            </a:r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Timeline Agent (Deep Dive)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Timeline consistency and dependency sanity checks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Timeline Agent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Validates milestone ordering and dependency structure.</a:t>
            </a:r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Gantt</a:t>
            </a:r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Ensures timeline maps correctly to the Gantt view.</a:t>
            </a:r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Reduces surprises by surfacing schedule risk early.</a:t>
            </a:r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Agent (Deep Dive)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Deliverables packaged for stakeholders and systems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Agent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Validates completeness; produces DOCX/PDF/ZIP/JSON outputs.</a:t>
            </a:r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ZIP Bundle</a:t>
            </a:r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Bundled artifacts for reviews and handoffs.</a:t>
            </a:r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Fewer review cycles, faster approvals.</a:t>
            </a:r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Landing / Intro Page (Current)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Compact, clear start that explains value fast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Primary CTA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Start with Create Mode examples or Parse Mode upload — no reset required.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What Users See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Two clean tables plus quick agent cards; everything fits without zoom.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Guided Onboarding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How-to table connects actions to outcomes; no reading a manual first.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Trust Signals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Governance-first framing: risk + compliance are never afterthoughts.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Left Sidebar: Input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The fastest path from messy docs to structured PID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Supported Inputs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Paste text, or drop PDF/DOCX/XLSX/TXT; immediate parse on drop.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Safety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 secrets stored in browser beyond your session unless you export/save.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Quality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Normalization + completeness checks prevent missing sections.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Output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A structured PID object ready for editing and exports.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Left Sidebar: AI Assistant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Human-in-the-loop refinement, not uncontrolled rewriting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Section Editing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Improve objectives, KPIs, scope, assumptions — one section at a time.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Consistency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Keeps terminology aligned across sections (same names, same metrics).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Controls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AI suggestions are reviewable; user remains the final editor.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Speed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Cuts drafting time while preserving governance readiness.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Left Sidebar: Gantt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Timeline derived from the PID (no duplicate work)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Auto Timeline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Milestones and deliverables populate the Gantt automatically.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Dependencies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Dependency structure is visible and reviewable.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Assets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Gantt renders into export bundles (ZIP + images as needed).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Executive View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Designed for stakeholder reviews, not only PM tracking.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Left Sidebar: Export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Deliverables stakeholders can actually use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DOCX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Editable document for PMs and reviewers.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PDF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Stable shareable output for approvals and distribution.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ZIP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Bundled artifacts (DOCX + Gantt assets + metadata).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JSON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Integrations and portfolio analytics pipelines.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Left Sidebar: General Notes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Persistent working notes that don’t get lost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Purpose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Capture meeting notes and decisions without polluting PID sections.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Visibility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Notes remain available during AI refinement and exports.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Optional Export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Include notes when needed; keep them separate otherwise.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Continuity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Supports real PMO workflows across review cycles.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Create Mode: Layout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Top-row AI + Examples, draft below (no overlays)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AI Create Assistant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Left column: generates and refines the draft PID.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Right column: stacked example cards (always clickable).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Draft PID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Below: full-width draft rendering with edits.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UX Fixes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Decorative layers use pointer-events-none; no click blocking.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Create Mode: Examples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One click → full PID, ready to tailor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Variety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Examples are drastically different in purpose and timeline.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Completeness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Each example includes governance + risks + compliance.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Editability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Users can immediately modify scope, KPIs, milestones.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Confidence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Examples demonstrate the standard PMOMax expects.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Structured Sections Table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Core PID sections in a consistent navigation model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Reduced Spacing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Tighter rows for scanning, equal height with How-To table.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Completeness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Encourages filling every critical governance section.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Safety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If populated, risk + compliance are bundled into governance exports.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Scalability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Handles large PIDs without becoming unreadable.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How-To Table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Action-oriented onboarding tied to outcomes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Inputs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Drop files and parse immediately; no reset required.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Create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Generate full PID from examples; refine with agents.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Governance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Risk and Compliance are first-class and exportable.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Exports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Publish Word/PDF/ZIP/JSON for stakeholders and systems.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Intro Enhancements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Centered content + consistent margins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Layout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Increased outer padding to avoid cramped appearance.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Cards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Agent cards have breathing room below (no bottom clipping).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Hierarchy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Two tables aligned, then a horizontal agent strip beneath.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Readability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Everything visible without zoom.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Agents Strip (Intro)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 beautiful horizontal trio beneath tables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Risk Agent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Highlights early risk identification and mitigation.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Compliance Agent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Highlights controls, evidence, and policy readiness.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Timeline Agent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Highlights timeline validation and dependency sanity checks.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Why It Matters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Most attractive parts of PMOMax shown immediately.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Parsing Pipeline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From raw documents to normalized PID sections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DOCX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Mammoth-based extraction + structure mapping.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PDF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Text extraction pipeline tuned for reports and policies.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XLSX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Sheet parsing for scope, milestones, budgets.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Validation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Completeness checks + warnings for missing governance.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Governance Packaging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Risk + Compliance automatically included with Governance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Rule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If Risk or Compliance has data, include in Governance export.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Reason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Reviewers expect approvals + evidence + posture together.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 critical sections omitted in deliverables.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Audit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Better traceability across review cycles.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GCP Marketplace: Reference Architecture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High-level deployment story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Users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Browser UI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Ingress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TLS termination and routing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GKE Pods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Web/API + workers with autoscaling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Secrets/Obs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Secret Manager + Logging/Monitoring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Observability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Operate like a real enterprise app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Logs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Cloud Logging for request + app logs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Metrics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Cloud Monitoring for latency, errors, CPU/memory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Alerts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SLOs + on-call readiness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Cost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Visibility into per-tenant or per-namespace usage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Security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Governance-first includes security posture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Isolation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Namespace/tenant boundaries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Secrets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Secret Manager for API keys/config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Hardening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Optional Armor/WAF for enterprise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Compliance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Controls and evidence captured in exports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Competitive Positioning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complements what teams already use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Execution Tools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Jira/Asana/Monday track tasks, not initiation artifacts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Docs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Notion/Confluence store text, not structured governance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Generic AI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Drafts paragraphs; no completeness or packaging rules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Structured PID system of record, before execution tools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Pricing Tiers (Value)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Align workload and governance needs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Starter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Core Create/Parse/Export + basic assistance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Professional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All agents + higher concurrency + ZIP/Gantt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Enterprise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Private networking + SSO/SLA + retention controls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Justification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Higher tiers map to governance and operational needs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Rollout &amp; Enablement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How teams adopt PMOMax fast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Quickstart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10-minute guide with example PIDs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Templates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Org-specific examples expand over time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Admin Guide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Deploy + cost controls + security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Partnership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Position as “before Jira” for initiation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UI Walkthrough Detail 21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Focused walkthrough of PMOMax UI behavior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Behavior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Immediate parse on drop; no reset required.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UX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 overlays blocking clicks; z-index and pointer-events correct.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Governance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Risk + Compliance propagate to exports automatically.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Stakeholder-ready outputs with minimal effort.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UI: Right Navigation Panel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Jump instantly to any PID section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Purpose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Scales to long documents; reduces scrolling.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Behavior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Reflects the structured PID model (not free text).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Usability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Pairs with AI edits for fast review cycles.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Executives find what they need in seconds.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UI: Create Examples (Clickable)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Examples never blocked by overlays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Layout Rule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Examples are in a fixed-width right column with higher z-index.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Safety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Decorative backgrounds have pointer-events-none.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Consistency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Examples always generate a full PID when clicked.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 broken clicks; reliable onboarding.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UI: Risk + Compliance Buttons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Big, obvious, and only active when data exists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Visibility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Risk and Compliance controls are prominent.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Guardrails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Buttons only enabled when relevant data is present.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 Rule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Risk + Compliance included in Governance outputs.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 accidental empty exports; reviewers trust outputs.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Deployment: Clean Builds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Remove duplicate JS artifacts before building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Cleanup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Quarantine component *.js when *.tsx exists.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Dockerignore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Exclude __quarantine_duplicates__ and any src/ folder.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Repeatability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deploy.sh performs clean install/build steps.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Outcome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No invalid hook calls from duplicate React bundles.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Closing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Start projects correctly — every time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Promise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Structured PID + Agents + Exports.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Position</a:t>
            </a:r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Before Jira: initiation and governance system of record.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Audience</a:t>
            </a:r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PMs, PMOs, consultants, regulated delivery teams.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Next</a:t>
            </a:r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Deploy via Marketplace; publish example PIDs; enable your org.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PMOMax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2720</Words>
  <Application>Microsoft Macintosh PowerPoint</Application>
  <PresentationFormat>Widescreen</PresentationFormat>
  <Paragraphs>510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PMOMax</dc:creator>
  <cp:lastModifiedBy>Mulugeta Semework</cp:lastModifiedBy>
  <cp:revision>2</cp:revision>
  <dcterms:created xsi:type="dcterms:W3CDTF">2026-01-27T20:17:38Z</dcterms:created>
  <dcterms:modified xsi:type="dcterms:W3CDTF">2026-01-29T00:43:21Z</dcterms:modified>
</cp:coreProperties>
</file>