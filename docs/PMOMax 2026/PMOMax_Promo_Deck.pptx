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https://cloud.google.com/kubernetes-engine/pricing
- https://cloud.google.com/load-balancing/pricing
- https://cloud.google.com/artifact-registry/pricing
- https://cloud.google.com/stackdriver/pricing
- https://cloud.google.com/secret-manager/pricing
- https://cloud.google.com/nat/pricing
- https://cloud.google.com/vpc/network-pricing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for Project Initiation &amp; PMO Governance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0" cy="502920"/>
          </a:xfrm>
          <a:prstGeom prst="roundRect">
            <a:avLst/>
          </a:prstGeom>
          <a:solidFill>
            <a:srgbClr val="F6C453"/>
          </a:solidFill>
          <a:ln w="12700">
            <a:solidFill>
              <a:srgbClr val="F6C4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Marketplace-ready • Kubernetes-native • Governance-first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5623560" cy="38862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2624328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971800"/>
            <a:ext cx="511149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messy inputs (notes, docs, spreadsheets) into a complete, structured Project Initiation Document (PID) with scope, KPIs, milestones, governance approvals, risk, and compliance — then exports stakeholder-ready deliverables.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423160"/>
            <a:ext cx="5074920" cy="38862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02552" y="2624328"/>
            <a:ext cx="4562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2552" y="2971800"/>
            <a:ext cx="456285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PMOs, consultants, and delivery teams who need consistent project initiation and governance.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before execution tools (Jira/Asana/Monday) — PMOMax starts projects correctly.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failure often starts before execution begins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initiation is fragile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Incomplete PIDs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risks &amp; compliance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misalignment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sprawl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are misfit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tools store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tools track tasks.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writes paragraphs.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enforce governance-ready structure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starts, unclear scope, avoidable surprises, and rework — especially in regulated environments.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PMOMax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 + agents + exportable governance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project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maintains a structured PID model (not free text), keeping scope, KPIs, milestones, stakeholders, governance, risk, and compliance consistent.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553212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404164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(human-in-the-loop)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4389120"/>
            <a:ext cx="502005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 • Compliance Agent • Project Assistant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improvements; the user remains in control with reviewable edits.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stakeholders can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Word/PDF/ZIP/JSON deliverables for reviews and audits.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populated, Risk + Compliance are packaged with Governance so nothing critical is missed.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4-step story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or drop files (DOCX/PDF/XLSX/TXT).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84448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into PID sections and validate completeness.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83096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39128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Assist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+ agents strengthen KPIs, governance, risk, compliance.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81744" y="1965960"/>
            <a:ext cx="2788920" cy="43891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37776" y="21671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Export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37776" y="2514600"/>
            <a:ext cx="227685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Word/PDF/ZIP/JSON for stakeholders and systems.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“most attractive” parts of PMOMax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delivery, technical, and operational risks; proposes mitigations; ensures risks export with governance.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6576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20299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2312" y="2377440"/>
            <a:ext cx="31455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security, privacy, and policy considerations; suggests controls, owners, and evidence for approvals.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1828800"/>
            <a:ext cx="31546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22792" y="202996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Assistant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22792" y="2377440"/>
            <a:ext cx="26426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objectives into KPIs, improves clarity, and keeps sections consistent.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project initiation deliverables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curated examples. Apply a full PID template, then tailor it with AI and section-by-section edits.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19659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legacy documents and normalize them into structured PID sections.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53212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4526280"/>
            <a:ext cx="50200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navigation model that keeps projects complete, reviewable, and governance-ready.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977640"/>
            <a:ext cx="5120640" cy="23317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4178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4526280"/>
            <a:ext cx="46085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Word/PDF/ZIP/JSON exports designed for stakeholder reviews and audit trails.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Governance-ready outputs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reviews, audits, and handoffs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reviewers expect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gates, evidence, risk mitigation, and compliance posture — captured in one place so exports are complete.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packages Risk + Compliance with Governance when those sections contain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(DOCX): editable deliverable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PDF: shareable &amp; stable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JSON: integrations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ZIP: bundled artifacts (DOCX + Gantt assets + metadata)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Marketplace (GKE)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(high level)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11880" cy="137160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3611880" cy="15087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358444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/ Ingress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393192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endpoint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5074920"/>
            <a:ext cx="3611880" cy="123444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527608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(PMOMax pods)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562356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 + workers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361188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8032" y="2377440"/>
            <a:ext cx="3099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+ config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840480"/>
            <a:ext cx="361188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404164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8032" y="4389120"/>
            <a:ext cx="30998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3108960" cy="187452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68512" y="202996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68512" y="2377440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3840480"/>
            <a:ext cx="3108960" cy="246888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68512" y="40416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services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68512" y="4389120"/>
            <a:ext cx="25968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Armor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pricing building blocks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line items for Marketplace deployments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97280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10460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 + pricing references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104607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GKE Autopilot: billed by requested vCPU + memory (example US rates published by Google)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Balancing: forwarding rules billed hourly (US example)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 Registry: $0.10/GB-month over 0.5GB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Logging: $0.50/GiB ingestion (first 50GiB free per project/month)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 Manager: $0.06 per secret version per location; $0.03 per 10k access 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NAT: billed by instance-hours and data processed (see pricing pages)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references included in speaker notes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packaging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value, workload, and governance needs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118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0998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individuals &amp; small teams.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Create/Parse/Export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AI assistance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 usage caps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ops footprint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1188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0998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PMOs &amp; consulting delivery.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agents (risk/compliance)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ZIP exports + Gantt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concurrency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governance completeness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orgs.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networking options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WAF/DDoS hardening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templates &amp;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observability +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complements what teams already 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Asana, Monday, ClickUp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tasks &amp; workflows — weak at initiation governance artifacts.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7033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20299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8032" y="2377440"/>
            <a:ext cx="31912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Confluence, Google Docs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storage — but no structured PID intelligence or completeness checks.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1828800"/>
            <a:ext cx="30632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14232" y="202996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writing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14232" y="2377440"/>
            <a:ext cx="25511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drafting — but lacks PMO-aware section consistency and governance packaging.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roll out and promote PMOMax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02996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partnerships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50200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with AI Agents (Risk + Compliance)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“Create from example”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Emphasize governance-ready exports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as “before Jira”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Marketplace: highlight Kubernetes control + security posture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4480560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2A3566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20299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377440"/>
            <a:ext cx="460857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example PIDs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10-minute quickstart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an admin guide (deploy + cost controls)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org-specific templates over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6355080"/>
            <a:ext cx="10972800" cy="475488"/>
          </a:xfrm>
          <a:prstGeom prst="roundRect">
            <a:avLst/>
          </a:prstGeom>
          <a:solidFill>
            <a:srgbClr val="F6C453"/>
          </a:solidFill>
          <a:ln w="12700">
            <a:solidFill>
              <a:srgbClr val="F6C4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464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PMOMax — start projects correctly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PMOMax</dc:creator>
  <cp:lastModifiedBy>PMOMax</cp:lastModifiedBy>
  <cp:revision>1</cp:revision>
  <dcterms:created xsi:type="dcterms:W3CDTF">2026-01-27T20:17:38Z</dcterms:created>
  <dcterms:modified xsi:type="dcterms:W3CDTF">2026-01-27T20:17:38Z</dcterms:modified>
</cp:coreProperties>
</file>