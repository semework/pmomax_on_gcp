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64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581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495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59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35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345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820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06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80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59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65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22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190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860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53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512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1842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023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3067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PMOMax Functional Walkthrough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 UI &amp; Capability Tour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 Control Panel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Persistent project initiation controls</a:t>
            </a:r>
          </a:p>
          <a:p>
            <a:r>
              <a:t>Parse, Create, Load Demo always visible</a:t>
            </a:r>
          </a:p>
          <a:p>
            <a:r>
              <a:t>Export and AI actions never hidden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&amp;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Paste or upload documents</a:t>
            </a:r>
          </a:p>
          <a:p>
            <a:r>
              <a:t>Automatic structured extraction</a:t>
            </a:r>
          </a:p>
          <a:p>
            <a:r>
              <a:t>No reset required between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Mode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Create Assistant on left</a:t>
            </a:r>
          </a:p>
          <a:p>
            <a:r>
              <a:t>Examples stacked on right</a:t>
            </a:r>
          </a:p>
          <a:p>
            <a:r>
              <a:t>Full PID rendered below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Enterprise-grade sample PIDs</a:t>
            </a:r>
          </a:p>
          <a:p>
            <a:r>
              <a:t>One-click generation</a:t>
            </a:r>
          </a:p>
          <a:p>
            <a:r>
              <a:t>Full risk and compliance sections included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Conversational refinement</a:t>
            </a:r>
          </a:p>
          <a:p>
            <a:r>
              <a:t>Gap detection</a:t>
            </a:r>
          </a:p>
          <a:p>
            <a:r>
              <a:t>Executive summaries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&amp; Compliance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Dedicated risk identification</a:t>
            </a:r>
          </a:p>
          <a:p>
            <a:r>
              <a:t>Compliance mapping</a:t>
            </a:r>
          </a:p>
          <a:p>
            <a:r>
              <a:t>Export-safe governance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Gantt &amp;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 milestones</a:t>
            </a:r>
          </a:p>
          <a:p>
            <a:r>
              <a:t>Dependencies and phases</a:t>
            </a:r>
          </a:p>
          <a:p>
            <a:r>
              <a:t>Stakeholder-ready charts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Export &amp;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Word, PDF, ZIP, JSON</a:t>
            </a:r>
          </a:p>
          <a:p>
            <a:r>
              <a:t>Audit-ready structure</a:t>
            </a:r>
          </a:p>
          <a:p>
            <a:r>
              <a:t>Consistent formatting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PMOMax Is Different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a document editor</a:t>
            </a:r>
          </a:p>
          <a:p>
            <a:r>
              <a:t>Not a task tracker</a:t>
            </a:r>
          </a:p>
          <a:p>
            <a:r>
              <a:t>Purpose-built AI PMO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PMOMax Pricing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Value-based pricing aligned with governance maturity</a:t>
            </a:r>
          </a:p>
          <a:p>
            <a:pPr lvl="1"/>
            <a:r>
              <a:t>Scales from individual PMs to regulated enterprises</a:t>
            </a:r>
          </a:p>
          <a:p>
            <a:pPr lvl="1"/>
            <a:r>
              <a:t>Transparent cloud cost justification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Starter Tier – Individual / Small Teams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1–10 users</a:t>
            </a:r>
          </a:p>
          <a:p>
            <a:pPr lvl="1"/>
            <a:r>
              <a:t>Shared GKE cluster</a:t>
            </a:r>
          </a:p>
          <a:p>
            <a:pPr lvl="1"/>
            <a:r>
              <a:t>Core PID creation and export</a:t>
            </a:r>
          </a:p>
          <a:p>
            <a:pPr lvl="1"/>
            <a:r>
              <a:t>Limited AI usage</a:t>
            </a:r>
          </a:p>
          <a:p>
            <a:pPr lvl="1"/>
            <a:r>
              <a:t>$29–49 / user / month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Tier – Teams &amp; Departments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10–100 users</a:t>
            </a:r>
          </a:p>
          <a:p>
            <a:pPr lvl="1"/>
            <a:r>
              <a:t>Dedicated Kubernetes namespace</a:t>
            </a:r>
          </a:p>
          <a:p>
            <a:pPr lvl="1"/>
            <a:r>
              <a:t>Full Create Mode &amp; AI agents</a:t>
            </a:r>
          </a:p>
          <a:p>
            <a:pPr lvl="1"/>
            <a:r>
              <a:t>Risk &amp; Compliance workflows</a:t>
            </a:r>
          </a:p>
          <a:p>
            <a:pPr lvl="1"/>
            <a:r>
              <a:t>$79–129 / user / month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Tier – Regulated Organizations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100–1000+ users</a:t>
            </a:r>
          </a:p>
          <a:p>
            <a:pPr lvl="1"/>
            <a:r>
              <a:t>Dedicated GKE cluster</a:t>
            </a:r>
          </a:p>
          <a:p>
            <a:pPr lvl="1"/>
            <a:r>
              <a:t>SSO, audit logs, compliance exports</a:t>
            </a:r>
          </a:p>
          <a:p>
            <a:pPr lvl="1"/>
            <a:r>
              <a:t>Private networking &amp; SLA</a:t>
            </a:r>
          </a:p>
          <a:p>
            <a:pPr lvl="1"/>
            <a:r>
              <a:t>Custom pricing via Marketplace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Google Cloud Services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GKE Autopilot – autoscaling &amp; isolation</a:t>
            </a:r>
          </a:p>
          <a:p>
            <a:pPr lvl="1"/>
            <a:r>
              <a:t>Cloud Load Balancer – global HTTPS</a:t>
            </a:r>
          </a:p>
          <a:p>
            <a:pPr lvl="1"/>
            <a:r>
              <a:t>Cloud Storage – exports &amp; artifacts</a:t>
            </a:r>
          </a:p>
          <a:p>
            <a:pPr lvl="1"/>
            <a:r>
              <a:t>Secret Manager – credential safety</a:t>
            </a:r>
          </a:p>
          <a:p>
            <a:pPr lvl="1"/>
            <a:r>
              <a:t>Cloud Logging – audit &amp; compliance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Beyond Jira, Notion, Smartsheet</a:t>
            </a:r>
          </a:p>
          <a:p>
            <a:pPr lvl="1"/>
            <a:r>
              <a:t>PID-first vs task-first tools</a:t>
            </a:r>
          </a:p>
          <a:p>
            <a:pPr lvl="1"/>
            <a:r>
              <a:t>Governance &amp; compliance built in</a:t>
            </a:r>
          </a:p>
          <a:p>
            <a:pPr lvl="1"/>
            <a:r>
              <a:t>Executive-ready outputs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F4B54B"/>
      </a:accent1>
      <a:accent2>
        <a:srgbClr val="A2C84E"/>
      </a:accent2>
      <a:accent3>
        <a:srgbClr val="4BC298"/>
      </a:accent3>
      <a:accent4>
        <a:srgbClr val="4CB5D3"/>
      </a:accent4>
      <a:accent5>
        <a:srgbClr val="9167E3"/>
      </a:accent5>
      <a:accent6>
        <a:srgbClr val="E05073"/>
      </a:accent6>
      <a:hlink>
        <a:srgbClr val="E19520"/>
      </a:hlink>
      <a:folHlink>
        <a:srgbClr val="E8B15D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DD1DAD52-B525-46B5-8E87-60EE23581B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{3D347A17-55FD-A04B-9CB2-6240448C43DE}tf10001063</Template>
  <TotalTime>1626</TotalTime>
  <Words>284</Words>
  <Application>Microsoft Macintosh PowerPoint</Application>
  <PresentationFormat>Widescreen</PresentationFormat>
  <Paragraphs>71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Century Gothic</vt:lpstr>
      <vt:lpstr>Mesh</vt:lpstr>
      <vt:lpstr>PMOMax Functional Walkthrough</vt:lpstr>
      <vt:lpstr>Left Control Panel</vt:lpstr>
      <vt:lpstr>Input &amp; Parsing</vt:lpstr>
      <vt:lpstr>Create Mode Overview</vt:lpstr>
      <vt:lpstr>Examples Library</vt:lpstr>
      <vt:lpstr>AI Assistant</vt:lpstr>
      <vt:lpstr>Risk &amp; Compliance Agents</vt:lpstr>
      <vt:lpstr>Gantt &amp; Timeline</vt:lpstr>
      <vt:lpstr>Export &amp; Delivery</vt:lpstr>
      <vt:lpstr>Why PMOMax Is Different</vt:lpstr>
      <vt:lpstr>PMOMax Pricing Philosophy</vt:lpstr>
      <vt:lpstr>Starter Tier – Individual / Small Teams</vt:lpstr>
      <vt:lpstr>Professional Tier – Teams &amp; Departments</vt:lpstr>
      <vt:lpstr>Enterprise Tier – Regulated Organizations</vt:lpstr>
      <vt:lpstr>Google Cloud Services Used</vt:lpstr>
      <vt:lpstr>Competitive Positioning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PMOMax Functional Walkthrough</dc:title>
  <dc:subject/>
  <dc:creator/>
  <cp:keywords/>
  <dc:description>generated using python-pptx</dc:description>
  <cp:lastModifiedBy>Mulugeta Semework</cp:lastModifiedBy>
  <cp:revision>2</cp:revision>
  <dcterms:created xsi:type="dcterms:W3CDTF">2013-01-27T09:14:16Z</dcterms:created>
  <dcterms:modified xsi:type="dcterms:W3CDTF">2026-01-29T00:47:01Z</dcterms:modified>
  <cp:category/>
</cp:coreProperties>
</file>