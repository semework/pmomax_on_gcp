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PMOMax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AI Project Initiation Platform</a:t>
            </a:r>
          </a:p>
          <a:p>
            <a:r>
              <a:t>Business &amp; Pricing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7620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Included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Document &amp; Spreadsheet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AI Assistant (LLM-powered)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Risk &amp; Compliance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Gantt Chart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Word / PDF / JSON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4300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Docs 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Allowance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Startup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$99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$799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Cost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variable cost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 &amp;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for most users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GB stored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Minimal cost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Reads/Writes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Scales with usage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PMOMax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Value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Minutes instead of days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Structured, repeatable output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Built-in risk &amp; audit support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Enterprise-ready from day 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