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PMOMax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project initiation and governance on Google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PMOMax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AI-assisted project initiation and governance on Google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Projects often fail because initiation is unclear. Scope, ownership, assumptions, risks, approvals, and success criteria are frequently scattered across documents, meetings, emails, and spreadsheets.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Initiation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earlier a team clarifies project intent, controls, and evidence, the cheaper it is to fix gaps. PMOMax focuses on this high-leverage moment before execution begins.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PMOMax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PMOMax helps teams turn unstructured inputs into a structured Project Initiation Document, then supports governance review, risk analysis, compliance review, and AI audit traceability.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Canonical PID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PMOMax structures objectives, success metrics, scope, assumptions, dependencies, deliverables, milestones, risks, mitigations, approvals, stakeholders, communications, decisions, and open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Agent and AI-assisted workflows help draft, refine, and improve PID content while keeping humans responsible for review and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PMOMax surfaces missing owners, incomplete approvals, vague success criteria, weak decision trails, incomplete risk details, and unclear scope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and Compliance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PMOMax helps identify risk and compliance gaps so teams can review issues earlier and gather better evidence for governance stakeholders.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Audit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Supported AI-assisted outputs include `_auditMeta` and `_auditTrace`, with structured logs emitted to the customer-controlled runtime logging environment.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Customer-Controlled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PMOMax is designed for Google Cloud Marketplace/customer-tenant deployment. Data, logs, and audit evidence remain under customer control by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Audit Backends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Customers can optionally configure GCS, BigQuery, or Firestore for additional audit retrieval patterns. These backends are customer-managed and not required for zero-configuration operation.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PMOMax Does Not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PMOMax should not be described as currently implementing A2A runtime integration, native Google Docs/Sheets add-ins, immutable audit logging by default, central customer audit storage, or a fully autonomous hard enforcement engine.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Release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current release improves Create Agent, governance workflows, compliance support, and AI audit logging while preserving a lightweight customer-controlled deployment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PMOMax helps teams make project initiation clearer, more auditable, and more execution-ready.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PMOMax to move from scattered project intent to structured project governance before execution begins.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