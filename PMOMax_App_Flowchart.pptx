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solidFill>
            <a:srgbClr val="E3F2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Arial"/>
              </a:defRPr>
            </a:pPr>
            <a:r>
              <a:t>Customer Tenant (User)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371600"/>
            <a:ext cx="2011680" cy="731520"/>
          </a:xfrm>
          <a:prstGeom prst="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Arial"/>
              </a:defRPr>
            </a:pPr>
            <a:r>
              <a:t>Frontend (React SPA)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371600"/>
            <a:ext cx="2011680" cy="731520"/>
          </a:xfrm>
          <a:prstGeom prst="rect">
            <a:avLst/>
          </a:prstGeom>
          <a:solidFill>
            <a:srgbClr val="FFF9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Arial"/>
              </a:defRPr>
            </a:pPr>
            <a:r>
              <a:t>Partner Tenant (Backend API)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371600"/>
            <a:ext cx="2011680" cy="731520"/>
          </a:xfrm>
          <a:prstGeom prst="rect">
            <a:avLst/>
          </a:prstGeom>
          <a:solidFill>
            <a:srgbClr val="F3E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Arial"/>
              </a:defRPr>
            </a:pPr>
            <a:r>
              <a:t>AI/Parsing Logic (Gemini, Local)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0" y="1371600"/>
            <a:ext cx="2011680" cy="731520"/>
          </a:xfrm>
          <a:prstGeom prst="rect">
            <a:avLst/>
          </a:prstGeom>
          <a:solidFill>
            <a:srgbClr val="E8F5E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latin typeface="Arial"/>
              </a:defRPr>
            </a:pPr>
            <a:r>
              <a:t>Google Cloud Platform (Cloud Run / GKE)</a:t>
            </a:r>
          </a:p>
        </p:txBody>
      </p:sp>
      <p:sp>
        <p:nvSpPr>
          <p:cNvPr id="8" name="Straight Connector 7"/>
          <p:cNvSpPr/>
          <p:nvPr/>
        </p:nvSpPr>
        <p:spPr>
          <a:xfrm>
            <a:off x="2468880" y="1737360"/>
            <a:ext cx="27432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Uploads Text/Document</a:t>
            </a:r>
          </a:p>
        </p:txBody>
      </p:sp>
      <p:sp>
        <p:nvSpPr>
          <p:cNvPr id="10" name="Straight Connector 9"/>
          <p:cNvSpPr/>
          <p:nvPr/>
        </p:nvSpPr>
        <p:spPr>
          <a:xfrm>
            <a:off x="4754880" y="1737360"/>
            <a:ext cx="27432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Sends Data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7040880" y="1737360"/>
            <a:ext cx="27432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Parse/AI/Export</a:t>
            </a:r>
          </a:p>
        </p:txBody>
      </p:sp>
      <p:sp>
        <p:nvSpPr>
          <p:cNvPr id="14" name="Straight Connector 13"/>
          <p:cNvSpPr/>
          <p:nvPr/>
        </p:nvSpPr>
        <p:spPr>
          <a:xfrm>
            <a:off x="9326880" y="1737360"/>
            <a:ext cx="-4297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Returns PID/Reply</a:t>
            </a:r>
          </a:p>
        </p:txBody>
      </p:sp>
      <p:sp>
        <p:nvSpPr>
          <p:cNvPr id="16" name="Straight Connector 15"/>
          <p:cNvSpPr/>
          <p:nvPr/>
        </p:nvSpPr>
        <p:spPr>
          <a:xfrm>
            <a:off x="7040880" y="1737360"/>
            <a:ext cx="-4297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Returns Data</a:t>
            </a:r>
          </a:p>
        </p:txBody>
      </p:sp>
      <p:sp>
        <p:nvSpPr>
          <p:cNvPr id="18" name="Straight Connector 17"/>
          <p:cNvSpPr/>
          <p:nvPr/>
        </p:nvSpPr>
        <p:spPr>
          <a:xfrm>
            <a:off x="4754880" y="1737360"/>
            <a:ext cx="-4297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Shows PID/Assistant</a:t>
            </a:r>
          </a:p>
        </p:txBody>
      </p:sp>
      <p:sp>
        <p:nvSpPr>
          <p:cNvPr id="20" name="Straight Connector 19"/>
          <p:cNvSpPr/>
          <p:nvPr/>
        </p:nvSpPr>
        <p:spPr>
          <a:xfrm>
            <a:off x="4754880" y="1737360"/>
            <a:ext cx="27432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Export Request</a:t>
            </a:r>
          </a:p>
        </p:txBody>
      </p:sp>
      <p:sp>
        <p:nvSpPr>
          <p:cNvPr id="22" name="Straight Connector 21"/>
          <p:cNvSpPr/>
          <p:nvPr/>
        </p:nvSpPr>
        <p:spPr>
          <a:xfrm>
            <a:off x="7040880" y="1737360"/>
            <a:ext cx="-4297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Export File</a:t>
            </a:r>
          </a:p>
        </p:txBody>
      </p:sp>
      <p:sp>
        <p:nvSpPr>
          <p:cNvPr id="24" name="Straight Connector 23"/>
          <p:cNvSpPr/>
          <p:nvPr/>
        </p:nvSpPr>
        <p:spPr>
          <a:xfrm>
            <a:off x="7040880" y="1737360"/>
            <a:ext cx="256032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Compliance/Health</a:t>
            </a:r>
          </a:p>
        </p:txBody>
      </p:sp>
      <p:sp>
        <p:nvSpPr>
          <p:cNvPr id="26" name="Straight Connector 25"/>
          <p:cNvSpPr/>
          <p:nvPr/>
        </p:nvSpPr>
        <p:spPr>
          <a:xfrm>
            <a:off x="11612880" y="1737360"/>
            <a:ext cx="-8869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Hosts</a:t>
            </a:r>
          </a:p>
        </p:txBody>
      </p:sp>
      <p:sp>
        <p:nvSpPr>
          <p:cNvPr id="28" name="Straight Connector 27"/>
          <p:cNvSpPr/>
          <p:nvPr/>
        </p:nvSpPr>
        <p:spPr>
          <a:xfrm>
            <a:off x="11612880" y="1737360"/>
            <a:ext cx="-6583680" cy="0"/>
          </a:xfrm>
          <a:prstGeom prst="lineInv">
            <a:avLst/>
          </a:prstGeom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5544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Arial"/>
              </a:defRPr>
            </a:pPr>
            <a:r>
              <a:t>Hosts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